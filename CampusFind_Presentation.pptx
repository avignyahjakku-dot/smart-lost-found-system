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6576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BTech CSE Capstone  •  Data Structures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865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🔍 CampusFind</a:t>
            </a:r>
          </a:p>
          <a:p>
            <a:pPr>
              <a:defRPr sz="2800" b="1">
                <a:solidFill>
                  <a:srgbClr val="38BDF8"/>
                </a:solidFill>
              </a:defRPr>
            </a:pPr>
            <a:r>
              <a:t>Smart University Lost &amp; Found System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Reuniting Campuses with In-Memory Binary Search Trees &amp; Heuristic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62179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PRESENTED BY: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👨‍💻 Avignyah Jakku   (PRN: 25070721024)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👩‍💻 Meghana                  (PRN: 25070721002)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Symbiosis Institute of Technology, Hyderabad (SIT-H)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023360"/>
            <a:ext cx="423641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GUIDANCE &amp; MENTORSHIP: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Dr. Rakesh Salakapuri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Professor &amp; Project Guide, Dept. of CSE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Under the Directorate of Dr. Rajinikanth Aluvalu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Problem: Losing Things on Campus Sucks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📱 The WhatsApp Spam Chaos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Messages get buried under 500 unread group chats within 2 hours.</a:t>
            </a:r>
          </a:p>
          <a:p>
            <a:br/>
            <a:pPr>
              <a:defRPr sz="1200" b="1">
                <a:solidFill>
                  <a:srgbClr val="F43F5E"/>
                </a:solidFill>
              </a:defRPr>
            </a:pPr>
            <a:r>
              <a:t>❌ Zero searchability. Zero filters. Pure frustration.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🕵️‍♂️ The Fake Claim Hazard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Public posts show every detail (laptop stickers, scratches, colors).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❌ Anyone can pretend it's theirs and steal it without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📁 The Forgotten Paper Register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Found items sit in dusty security guard drawers for an entire semester.</a:t>
            </a:r>
          </a:p>
          <a:p>
            <a:br/>
            <a:pPr>
              <a:defRPr sz="1200" b="1">
                <a:solidFill>
                  <a:srgbClr val="34D399"/>
                </a:solidFill>
              </a:defRPr>
            </a:pPr>
            <a:r>
              <a:t>❌ Students never know which of the 6 security gates to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 CampusFind: One Smart Platform. Zero Chaos.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1. Lightning Fast DSA Search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In-Memory Binary Search Tree (BST) indexes all items directly in RAM.   •   Lookups execute in O(log n) time — sub-millisecond response!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🔒 2. Anti-Theft Verification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The owner sets a private secret question when reporting.   •   Claimants must answer the secret hint before admin approves handover!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728655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🧠 3. Smart Matching Algorithm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Heuristic engine automatically scores candidate pairings.   •   Evaluates Category, Keywords, Campus Landmark &amp; Date causality.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Showdown: Old School vs. CampusFind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4497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Traditional Way ❌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CampusFind Way 🚀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Where to search?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10 WhatsApp groups + security gates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1 Centralized Searchable Web App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How items match?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Students scrolling endlessly for days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Algorithm pairs them in 0.01 seconds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Fraud prevention?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None. First person to claim gets 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2-Factor Secret Challenge Question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Search Speed &amp; DSA?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O(n) linear scan through paper records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O(log n) In-Memory Binary Search Tree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Custody Tracking?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Items rot forgotten in drawer boxes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Tracked holding desk (Gate 1, Library)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It Works: 4-Step Recovery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1️⃣ Log Item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Report lost or found with title, photo, location, and set secret hint.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51460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2️⃣ BST Insert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Item ID is instantly inserted into RAM Binary Search Tree in O(log 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51460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3️⃣ Auto-Match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Multi-factor algorithm calculates score (&gt;75% = High Confidence).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011680"/>
            <a:ext cx="251460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4️⃣ Claim &amp; Verify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Claimant answers secret hint; Admin verifies &amp; approves physical handover.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DSA Brain: Pure Python Binary Search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🌳 WHY AN IN-MEMORY BST?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⚡ O(log n) Search Speed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Cuts search space in half at every step. Lightning fast in RAM.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🗺️ Real-Time Path Tracing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Exposes exact traversal: [Root ➔ Right ➔ Left ➔ Found!].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🔄 In-Order Traversal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Visiting Left-Root-Right gives sorted item keys in O(n) time.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✂️ 3-Case Node Deletion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Removes claimed items cleanly (leaf, 1 child, or 2 children successor).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📐 THE BST INVARIANT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For every Node N:</a:t>
            </a:r>
            <a:br/>
            <a:r>
              <a:t>• Left Subtree Keys  &lt;  Node Key</a:t>
            </a:r>
            <a:br/>
            <a:r>
              <a:t>• Right Subtree Keys &gt;  Node Key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```python</a:t>
            </a:r>
            <a:br/>
            <a:r>
              <a:t>class BSTNode:</a:t>
            </a:r>
            <a:br/>
            <a:r>
              <a:t>    def __init__(self, key, data):</a:t>
            </a:r>
            <a:br/>
            <a:r>
              <a:t>        self.key = key       # Item ID</a:t>
            </a:r>
            <a:br/>
            <a:r>
              <a:t>        self.data = data     # Item info</a:t>
            </a:r>
            <a:br/>
            <a:r>
              <a:t>        self.left = None</a:t>
            </a:r>
            <a:br/>
            <a:r>
              <a:t>        self.right = None</a:t>
            </a:r>
            <a:br/>
            <a:r>
              <a:t>```</a:t>
            </a:r>
            <a:br/>
            <a:br/>
            <a:r>
              <a:t>🎯 Dual Engine Advantage:</a:t>
            </a:r>
            <a:br/>
            <a:r>
              <a:t>MySQL saves to disk permanently.</a:t>
            </a:r>
            <a:br/>
            <a:r>
              <a:t>BST caches in RAM for instant visual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It Thinks: Multi-Factor Heuristic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Matching Formula:  Score = 30% Category + 35% Keywords + 20% Location + 15% Date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33172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6796735"/>
              </a:tblGrid>
              <a:tr h="78638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How It Calculates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🏷️ Category Match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Exact category check: 30 pts for exact match, 0 for mismatch (e.g. Electronics vs Bottle).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📝 Keyword Overlap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Jaccard similarity on tokens after stripping stop words ('dell', 'laptop', 'silver') + title boost.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📍 Campus Location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Proximity scoring: 20 pts for exact landmark (e.g. Central Library), 15 pts for shared zone.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⏱️ Date Causality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Chronological plausibility: 15 pts if found on same day; 0 pts if found before reported lost!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What You'll See in 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🌳 1. BST Visualizer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Watch nodes animate into the tree.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Type an item ID and watch the green laser trace the search path step-by-step!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🎯 2. Smart Matches Hub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See real candidate rankings.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Items automatically paired with 84.5% confidence and transparent factor breakdown!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🔒 3. Anti-Theft Secret Hint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File a lost report with a secret question.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Watch how the public cannot see the answer, but the claimant must answer it!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🛡️ 4. Admin Control Center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The security officer portal.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Review pending claims, inspect claimant answers, and approve custody handover!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Under the Hood: Tech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🐍 Python Flask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Lightweight WSGI backend with modular blueprints.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1345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🌳 Pure-Python BST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In-memory tree engine with full path tracing &amp; 3-case deletion.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1345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🗄️ MySQL 8.0 &amp; SQLite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Dual database engine: Production MySQL with zero-config SQLite failover.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1345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🎨 Vanilla CSS3 &amp; SVG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Fast, responsive UI with real-time vector canvas rendering.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41345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🔒 Werkzeug Security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scrypt password hashing, session guards, and CSRF protection.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41345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🧪 51/51 Tests Passing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100% automated test coverage across models, routes &amp; BST.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CAMPUSFIND • DATA STRUCTURES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What's Next: CampusFind 2.0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👁️ AI Computer Vision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Snap a photo of a found water bottle.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💡 OpenAI CLIP embeddings match items visually even if descriptions differ completely!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1345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🪪 Smart ID Card OCR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Found a student ID on the grass?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💡 Camera extracts PRN/Roll Number and automatically alerts the student directly!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1345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📡 Campus BLE Beacons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Lost your keys in the library?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💡 Bluetooth beacons detect when you walk near the desk where they were handed in!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54864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🚀 Time for the Live Demo!</a:t>
            </a:r>
          </a:p>
          <a:p>
            <a:pPr algn="ctr">
              <a:defRPr sz="1600">
                <a:solidFill>
                  <a:srgbClr val="38BDF8"/>
                </a:solidFill>
              </a:defRPr>
            </a:pPr>
            <a:r>
              <a:t>Let's test an item search and see the In-Memory BST in action.</a:t>
            </a:r>
          </a:p>
          <a:p>
            <a:br/>
            <a:br/>
            <a:pPr algn="ctr">
              <a:defRPr sz="1400" b="1">
                <a:solidFill>
                  <a:srgbClr val="F43F5E"/>
                </a:solidFill>
              </a:defRPr>
            </a:pPr>
            <a:r>
              <a:t>Avignyah Jakku (25070721024)   &amp;   Meghana (25070721002)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Department of Computer Science &amp; Engineering  |  SIT Hyderabad</a:t>
            </a:r>
          </a:p>
          <a:p>
            <a:br/>
            <a:pPr algn="ctr">
              <a:defRPr sz="1800" b="1">
                <a:solidFill>
                  <a:srgbClr val="34D399"/>
                </a:solidFill>
              </a:defRPr>
            </a:pPr>
            <a:r>
              <a:t>🔥 Questions? Fire away!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